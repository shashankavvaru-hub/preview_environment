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7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6383C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548640"/>
            <a:ext cx="2377440" cy="2377440"/>
          </a:xfrm>
          <a:prstGeom prst="ellipse">
            <a:avLst/>
          </a:prstGeom>
          <a:solidFill>
            <a:srgbClr val="00754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22960"/>
            <a:ext cx="640080" cy="64008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5" name="Image 0" descr="/home/claude/ppt/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96697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EPHEMERAL PREVIEW ENVIRONMENTS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7724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GitOps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Feature Delivery through Isolated, On-Demand AWS Infrastructure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001768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Avvaru Lakshmi Venkata Shashank  </a:t>
            </a:r>
            <a:r>
              <a:rPr lang="en-US" sz="105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B211432 · RGUKT Basar (Batch–2)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5385816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Battu Siva Koushik  </a:t>
            </a:r>
            <a:r>
              <a:rPr lang="en-US" sz="105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23KT1A05D8 · PSCMR CET (Batch–1)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5769864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Mehtaj  </a:t>
            </a:r>
            <a:r>
              <a:rPr lang="en-US" sz="105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O210858 · RGUKT Ongole (Batch–2)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5001768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Pranitharani  </a:t>
            </a:r>
            <a:r>
              <a:rPr lang="en-US" sz="105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23KT1A05D7 · PSCMR CET (Batch–1)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26480" y="5385816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Madineni Venkata Rohith  </a:t>
            </a:r>
            <a:r>
              <a:rPr lang="en-US" sz="105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O211076 · RGUKT Ongole (Batch–2)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Sumana Bethala</a:t>
            </a:r>
            <a:r>
              <a:rPr lang="en-US" sz="115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Juttuka LovaBabu</a:t>
            </a:r>
            <a:r>
              <a:rPr lang="en-US" sz="1150" i="1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APSSDC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2B2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594360" cy="59436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4" name="Image 0" descr="/home/claude/ppt/icons/site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11" y="773811"/>
            <a:ext cx="326898" cy="326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26280" y="740664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8" name="Text 5"/>
          <p:cNvSpPr/>
          <p:nvPr/>
        </p:nvSpPr>
        <p:spPr>
          <a:xfrm>
            <a:off x="4526280" y="740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66360" y="68580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The Staging Bottleneck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66360" y="1389888"/>
            <a:ext cx="6309360" cy="0"/>
          </a:xfrm>
          <a:prstGeom prst="line">
            <a:avLst/>
          </a:prstGeom>
          <a:noFill/>
          <a:ln w="12700">
            <a:solidFill>
              <a:srgbClr val="D8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517904"/>
            <a:ext cx="457200" cy="457200"/>
          </a:xfrm>
          <a:prstGeom prst="ellipse">
            <a:avLst/>
          </a:prstGeom>
          <a:solidFill>
            <a:srgbClr val="1C2B2E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66360" y="146304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Overview: Dynamic Environments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166360" y="2167128"/>
            <a:ext cx="6309360" cy="0"/>
          </a:xfrm>
          <a:prstGeom prst="line">
            <a:avLst/>
          </a:prstGeom>
          <a:noFill/>
          <a:ln w="12700">
            <a:solidFill>
              <a:srgbClr val="D8E0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2295144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6" name="Text 13"/>
          <p:cNvSpPr/>
          <p:nvPr/>
        </p:nvSpPr>
        <p:spPr>
          <a:xfrm>
            <a:off x="452628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24028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Automation Workflow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166360" y="2944368"/>
            <a:ext cx="6309360" cy="0"/>
          </a:xfrm>
          <a:prstGeom prst="line">
            <a:avLst/>
          </a:prstGeom>
          <a:noFill/>
          <a:ln w="12700">
            <a:solidFill>
              <a:srgbClr val="D8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26280" y="3072384"/>
            <a:ext cx="457200" cy="457200"/>
          </a:xfrm>
          <a:prstGeom prst="ellipse">
            <a:avLst/>
          </a:prstGeom>
          <a:solidFill>
            <a:srgbClr val="1C2B2E"/>
          </a:solidFill>
          <a:ln/>
        </p:spPr>
      </p:sp>
      <p:sp>
        <p:nvSpPr>
          <p:cNvPr id="20" name="Text 17"/>
          <p:cNvSpPr/>
          <p:nvPr/>
        </p:nvSpPr>
        <p:spPr>
          <a:xfrm>
            <a:off x="452628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01752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Services: The Technical Backbone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166360" y="3721608"/>
            <a:ext cx="6309360" cy="0"/>
          </a:xfrm>
          <a:prstGeom prst="line">
            <a:avLst/>
          </a:prstGeom>
          <a:noFill/>
          <a:ln w="12700">
            <a:solidFill>
              <a:srgbClr val="D8E0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26280" y="3849624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4" name="Text 21"/>
          <p:cNvSpPr/>
          <p:nvPr/>
        </p:nvSpPr>
        <p:spPr>
          <a:xfrm>
            <a:off x="452628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79476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&amp; Routing Logic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166360" y="4498848"/>
            <a:ext cx="6309360" cy="0"/>
          </a:xfrm>
          <a:prstGeom prst="line">
            <a:avLst/>
          </a:prstGeom>
          <a:noFill/>
          <a:ln w="12700">
            <a:solidFill>
              <a:srgbClr val="D8E0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4626864"/>
            <a:ext cx="457200" cy="457200"/>
          </a:xfrm>
          <a:prstGeom prst="ellipse">
            <a:avLst/>
          </a:prstGeom>
          <a:solidFill>
            <a:srgbClr val="1C2B2E"/>
          </a:solidFill>
          <a:ln/>
        </p:spPr>
      </p:sp>
      <p:sp>
        <p:nvSpPr>
          <p:cNvPr id="28" name="Text 25"/>
          <p:cNvSpPr/>
          <p:nvPr/>
        </p:nvSpPr>
        <p:spPr>
          <a:xfrm>
            <a:off x="4526280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57200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Scaling to Serverless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166360" y="5276088"/>
            <a:ext cx="6309360" cy="0"/>
          </a:xfrm>
          <a:prstGeom prst="line">
            <a:avLst/>
          </a:prstGeom>
          <a:noFill/>
          <a:ln w="12700">
            <a:solidFill>
              <a:srgbClr val="D8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04104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32" name="Text 29"/>
          <p:cNvSpPr/>
          <p:nvPr/>
        </p:nvSpPr>
        <p:spPr>
          <a:xfrm>
            <a:off x="4526280" y="5404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34924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“Shared Staging” Conflict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/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7" y="20333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Bottlenecks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8986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developers fighting for a single staging server.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ppt/icons/netwo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157" y="203339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Drift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28986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errors caused by overlapping code deployments.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/home/claude/ppt/icons/tool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477" y="20333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Overhead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28986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manually cleaning up containers or changing ports.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49174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20340" y="41605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3" descr="/home/claude/ppt/icons/doll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3497" y="427367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2034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Inefficiency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720340" y="51389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servers running 24/7 even when idle.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19506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23660" y="41605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6" name="Image 4" descr="/home/claude/ppt/icons/shiel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817" y="427367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2366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Risks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423660" y="51389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isolation leads to “works on staging, fails in production.”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Ephemeral Environments — Preview on Demand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26383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6" name="Image 0" descr="/home/claude/ppt/icons/codebran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Driven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Pull Request (PR) automatically triggers its own isolated environment.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26383C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965960"/>
            <a:ext cx="548640" cy="54864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11" name="Image 1" descr="/home/claude/ppt/icons/dock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659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Isolation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55080" y="2743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branch runs in its own Docker container with its own database/state.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26383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16" name="Image 2" descr="/home/claude/ppt/icons/rou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45125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891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Feedback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51663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live, clickable URL directly on the GitHub PR page.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11480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26383C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4389120"/>
            <a:ext cx="548640" cy="54864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21" name="Image 3" descr="/home/claude/ppt/icons/bo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524" y="45125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3891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Lifecycle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55080" y="51663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happens on PR Open; deletion happens automatically on PR Close.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33372"/>
            <a:ext cx="585216" cy="585216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6" name="Image 0" descr="/home/claude/ppt/icons/netwo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196504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Port Mapping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577840" y="178308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calculates host ports (8000 + PR_ID) to avoid collisions.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884932"/>
            <a:ext cx="585216" cy="585216"/>
          </a:xfrm>
          <a:prstGeom prst="ellipse">
            <a:avLst/>
          </a:prstGeom>
          <a:solidFill>
            <a:srgbClr val="1C2B2E"/>
          </a:solidFill>
          <a:ln/>
        </p:spPr>
      </p:sp>
      <p:pic>
        <p:nvPicPr>
          <p:cNvPr id="11" name="Image 1" descr="/home/claude/ppt/icons/rou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3016606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834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DNS Routing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77840" y="28346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Nginx configurations route pr-X.domain.com to the correct container.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36492"/>
            <a:ext cx="585216" cy="585216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16" name="Image 2" descr="/home/claude/ppt/icons/github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4068166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8862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Feedback Bot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577840" y="38862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posts the live URL back to the developer for instant QA.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84632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88052"/>
            <a:ext cx="585216" cy="585216"/>
          </a:xfrm>
          <a:prstGeom prst="ellipse">
            <a:avLst/>
          </a:prstGeom>
          <a:solidFill>
            <a:srgbClr val="1C2B2E"/>
          </a:solidFill>
          <a:ln/>
        </p:spPr>
      </p:sp>
      <p:pic>
        <p:nvPicPr>
          <p:cNvPr id="21" name="Image 3" descr="/home/claude/ppt/icons/doll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4" y="5119726"/>
            <a:ext cx="321869" cy="3218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937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577840" y="49377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teardown of images and containers for a zero-cost idle footprint.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BACKBONE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C2B2E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103120"/>
            <a:ext cx="640080" cy="64008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6" name="Image 0" descr="/home/claude/ppt/icons/serv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218" y="22471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 (Ubuntu)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host for Docker containers and the Nginx Master Proxy.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6432" y="173736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00A878"/>
          </a:solidFill>
          <a:ln/>
        </p:spPr>
      </p:sp>
      <p:sp>
        <p:nvSpPr>
          <p:cNvPr id="10" name="Shape 7"/>
          <p:cNvSpPr/>
          <p:nvPr/>
        </p:nvSpPr>
        <p:spPr>
          <a:xfrm>
            <a:off x="4416552" y="2103120"/>
            <a:ext cx="640080" cy="640080"/>
          </a:xfrm>
          <a:prstGeom prst="ellipse">
            <a:avLst/>
          </a:prstGeom>
          <a:solidFill>
            <a:srgbClr val="1C2B2E"/>
          </a:solidFill>
          <a:ln/>
        </p:spPr>
      </p:sp>
      <p:pic>
        <p:nvPicPr>
          <p:cNvPr id="11" name="Image 1" descr="/home/claude/ppt/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570" y="22471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5032" y="38862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registry for storing versioned, encrypted Docker image layers.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73736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C2B2E"/>
          </a:solidFill>
          <a:ln/>
        </p:spPr>
      </p:sp>
      <p:sp>
        <p:nvSpPr>
          <p:cNvPr id="15" name="Shape 11"/>
          <p:cNvSpPr/>
          <p:nvPr/>
        </p:nvSpPr>
        <p:spPr>
          <a:xfrm>
            <a:off x="7232904" y="2103120"/>
            <a:ext cx="640080" cy="64008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16" name="Image 2" descr="/home/claude/ppt/icons/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922" y="224713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01384" y="38862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allowing GitHub Actions to securely interact with AWS.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89136" y="173736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00A878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49256" y="2103120"/>
            <a:ext cx="640080" cy="640080"/>
          </a:xfrm>
          <a:prstGeom prst="ellipse">
            <a:avLst/>
          </a:prstGeom>
          <a:solidFill>
            <a:srgbClr val="1C2B2E"/>
          </a:solidFill>
          <a:ln/>
        </p:spPr>
      </p:sp>
      <p:pic>
        <p:nvPicPr>
          <p:cNvPr id="21" name="Image 3" descr="/home/claude/ppt/icons/networ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3274" y="224713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Security Groups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17736" y="38862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network access, strictly allowing traffic on Port 80 (HTTP) and 22 (SSH).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3FC4D02-D95C-49DD-E9D8-5219FF2A4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3" y="1635621"/>
            <a:ext cx="8417047" cy="46186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6" name="Image 0" descr="/home/claude/ppt/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ECS/Fargate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EC2 to serverless containers for better scaling.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965960"/>
            <a:ext cx="548640" cy="54864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11" name="Image 1" descr="/home/claude/ppt/icons/tool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65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35508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Terraform to provision AWS resources automatically.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16" name="Image 2" descr="/home/claude/ppt/icons/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44668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43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Automation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4400" y="5120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Let’s Encrypt to provide HTTPS for every preview URL.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06908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343400"/>
            <a:ext cx="548640" cy="54864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21" name="Image 3" descr="/home/claude/ppt/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524" y="44668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343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Partitioning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355080" y="5120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spinning up RDS snapshots for data-heavy testing.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ACHIEVED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3796" y="19202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26383C"/>
          </a:solidFill>
          <a:ln/>
        </p:spPr>
      </p:sp>
      <p:sp>
        <p:nvSpPr>
          <p:cNvPr id="5" name="Shape 3"/>
          <p:cNvSpPr/>
          <p:nvPr/>
        </p:nvSpPr>
        <p:spPr>
          <a:xfrm>
            <a:off x="1627632" y="2240280"/>
            <a:ext cx="566928" cy="566928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6" name="Image 0" descr="/home/claude/ppt/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191" y="236783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" y="3017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6676" y="36576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testing —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staging wait times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42716" y="19202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26383C"/>
          </a:solidFill>
          <a:ln/>
        </p:spPr>
      </p:sp>
      <p:sp>
        <p:nvSpPr>
          <p:cNvPr id="10" name="Shape 7"/>
          <p:cNvSpPr/>
          <p:nvPr/>
        </p:nvSpPr>
        <p:spPr>
          <a:xfrm>
            <a:off x="4416552" y="2240280"/>
            <a:ext cx="566928" cy="566928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11" name="Image 1" descr="/home/claude/ppt/icons/doll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111" y="23678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9876" y="3017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625596" y="36576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consumed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PRs are active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31636" y="19202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26383C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5472" y="2240280"/>
            <a:ext cx="566928" cy="566928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16" name="Image 2" descr="/home/claude/ppt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031" y="236783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8796" y="3017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QA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14516" y="36576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environments ensure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bug-free features before merge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20556" y="19202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26383C"/>
          </a:solidFill>
          <a:ln/>
        </p:spPr>
      </p:sp>
      <p:sp>
        <p:nvSpPr>
          <p:cNvPr id="20" name="Shape 15"/>
          <p:cNvSpPr/>
          <p:nvPr/>
        </p:nvSpPr>
        <p:spPr>
          <a:xfrm>
            <a:off x="9994392" y="2240280"/>
            <a:ext cx="566928" cy="566928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21" name="Image 3" descr="/home/claude/ppt/icons/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1951" y="236783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7716" y="3017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First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203436" y="36576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— no static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stored in code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26383C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754880"/>
            <a:ext cx="2194560" cy="2194560"/>
          </a:xfrm>
          <a:prstGeom prst="ellipse">
            <a:avLst/>
          </a:prstGeom>
          <a:solidFill>
            <a:srgbClr val="00754F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2194560"/>
            <a:ext cx="914400" cy="914400"/>
          </a:xfrm>
          <a:prstGeom prst="ellipse">
            <a:avLst/>
          </a:prstGeom>
          <a:solidFill>
            <a:srgbClr val="00A878"/>
          </a:solidFill>
          <a:ln/>
        </p:spPr>
      </p:sp>
      <p:pic>
        <p:nvPicPr>
          <p:cNvPr id="5" name="Image 0" descr="/home/claude/ppt/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24003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918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4069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Ephemeral Preview Environments via GitOps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617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546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alvshashank@gmail.com</cp:lastModifiedBy>
  <cp:revision>2</cp:revision>
  <dcterms:created xsi:type="dcterms:W3CDTF">2026-07-12T13:18:40Z</dcterms:created>
  <dcterms:modified xsi:type="dcterms:W3CDTF">2026-07-13T11:33:53Z</dcterms:modified>
</cp:coreProperties>
</file>